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54"/>
  </p:normalViewPr>
  <p:slideViewPr>
    <p:cSldViewPr snapToGrid="0" snapToObjects="1">
      <p:cViewPr varScale="1">
        <p:scale>
          <a:sx n="108" d="100"/>
          <a:sy n="108" d="100"/>
        </p:scale>
        <p:origin x="760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44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23317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4432E"/>
                </a:solidFill>
                <a:latin typeface="Courier New"/>
              </a:rPr>
              <a:t>PPG MONITOR · iOS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97480"/>
            <a:ext cx="105156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600" b="1">
                <a:solidFill>
                  <a:srgbClr val="1B232B"/>
                </a:solidFill>
                <a:latin typeface="Helvetica Neue"/>
              </a:rPr>
              <a:t>Build Progress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61188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5C6E76"/>
                </a:solidFill>
                <a:latin typeface="Helvetica Neue"/>
              </a:rPr>
              <a:t>From the first BluetoothManager prototype to today's session/recording layer — what's been built, verified, and what's still open.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434340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F5E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100" b="1" dirty="0">
                <a:solidFill>
                  <a:srgbClr val="1B232B"/>
                </a:solidFill>
                <a:latin typeface="Courier New"/>
              </a:rPr>
              <a:t>DEADLINE SEP 4,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4343400"/>
            <a:ext cx="1508760" cy="292608"/>
          </a:xfrm>
          <a:prstGeom prst="roundRect">
            <a:avLst>
              <a:gd name="adj" fmla="val 50000"/>
            </a:avLst>
          </a:prstGeom>
          <a:solidFill>
            <a:srgbClr val="E7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100" b="1">
                <a:solidFill>
                  <a:srgbClr val="1B232B"/>
                </a:solidFill>
                <a:latin typeface="Courier New"/>
              </a:rPr>
              <a:t>BRANCH IOS-DEV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4343400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DC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100" b="1" dirty="0">
                <a:solidFill>
                  <a:srgbClr val="1B232B"/>
                </a:solidFill>
                <a:latin typeface="Courier New"/>
              </a:rPr>
              <a:t>TIER 1 OF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62636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A9BA1"/>
                </a:solidFill>
                <a:latin typeface="Courier New"/>
              </a:rPr>
              <a:t>Updated Aug 20,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C4432E"/>
                </a:solidFill>
                <a:latin typeface="Courier New"/>
              </a:rPr>
              <a:t>COMMIT 7AC7F3D  ·  JUL 6,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B232B"/>
                </a:solidFill>
                <a:latin typeface="Helvetica Neue"/>
              </a:rPr>
              <a:t>Origins — the first iOS prototype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881360" cy="13970"/>
          </a:xfrm>
          <a:prstGeom prst="rect">
            <a:avLst/>
          </a:prstGeom>
          <a:solidFill>
            <a:srgbClr val="DC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649224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600" b="1">
                <a:solidFill>
                  <a:srgbClr val="C4432E"/>
                </a:solidFill>
                <a:latin typeface="Helvetica Neue"/>
              </a:rPr>
              <a:t>—  </a:t>
            </a:r>
            <a:r>
              <a:rPr sz="1600">
                <a:solidFill>
                  <a:srgbClr val="1B232B"/>
                </a:solidFill>
                <a:latin typeface="Helvetica Neue"/>
              </a:rPr>
              <a:t>“Add PPG monitor, iOS app, and updated firmware” — the commit that started the iOS side of this project.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600" b="1">
                <a:solidFill>
                  <a:srgbClr val="C4432E"/>
                </a:solidFill>
                <a:latin typeface="Helvetica Neue"/>
              </a:rPr>
              <a:t>—  </a:t>
            </a:r>
            <a:r>
              <a:rPr sz="1600">
                <a:solidFill>
                  <a:srgbClr val="1B232B"/>
                </a:solidFill>
                <a:latin typeface="Helvetica Neue"/>
              </a:rPr>
              <a:t>Two loose Swift files, no Xcode project yet: BluetoothManager.swift (186 lines) and ContentView.swift (135 lines).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600" b="1">
                <a:solidFill>
                  <a:srgbClr val="C4432E"/>
                </a:solidFill>
                <a:latin typeface="Helvetica Neue"/>
              </a:rPr>
              <a:t>—  </a:t>
            </a:r>
            <a:r>
              <a:rPr sz="1600">
                <a:solidFill>
                  <a:srgbClr val="1B232B"/>
                </a:solidFill>
                <a:latin typeface="Helvetica Neue"/>
              </a:rPr>
              <a:t>CoreBluetooth wired directly into BluetoothManager — scanning, connecting, and line-parsing all mixed into one file.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600" b="1">
                <a:solidFill>
                  <a:srgbClr val="C4432E"/>
                </a:solidFill>
                <a:latin typeface="Helvetica Neue"/>
              </a:rPr>
              <a:t>—  </a:t>
            </a:r>
            <a:r>
              <a:rPr sz="1600">
                <a:solidFill>
                  <a:srgbClr val="1B232B"/>
                </a:solidFill>
                <a:latin typeface="Helvetica Neue"/>
              </a:rPr>
              <a:t>That mixed-together shape is exactly the seam the next commit (6 weeks later) splits apart into a real project.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52360" y="1737360"/>
            <a:ext cx="4069080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26679" y="196596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8A9BA1"/>
                </a:solidFill>
                <a:latin typeface="Courier New"/>
              </a:rPr>
              <a:t>FILES ADDED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2331720"/>
            <a:ext cx="352044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>
                <a:solidFill>
                  <a:srgbClr val="1B232B"/>
                </a:solidFill>
                <a:latin typeface="Courier New"/>
              </a:rPr>
              <a:t>ios_app/BluetoothManager.swift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>
                <a:solidFill>
                  <a:srgbClr val="1B232B"/>
                </a:solidFill>
                <a:latin typeface="Courier New"/>
              </a:rPr>
              <a:t>ios_app/ContentView.swift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2971800"/>
            <a:ext cx="35204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C6E76"/>
                </a:solidFill>
                <a:latin typeface="Helvetica Neue"/>
              </a:rPr>
              <a:t>321 lines total. No .xcodeproj — not yet buildable as a standalone app.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A9BA1"/>
                </a:solidFill>
                <a:latin typeface="Courier New"/>
              </a:rPr>
              <a:t>ppg-monitor / ios_app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6473952"/>
            <a:ext cx="56052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A9BA1"/>
                </a:solidFill>
                <a:latin typeface="Courier New"/>
              </a:rPr>
              <a:t>1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C4432E"/>
                </a:solidFill>
                <a:latin typeface="Courier New"/>
              </a:rPr>
              <a:t>COMMIT C379B4A  ·  AUG 19,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B232B"/>
                </a:solidFill>
                <a:latin typeface="Helvetica Neue"/>
              </a:rPr>
              <a:t>Xcode project created, BLE code refactored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881360" cy="13970"/>
          </a:xfrm>
          <a:prstGeom prst="rect">
            <a:avLst/>
          </a:prstGeom>
          <a:solidFill>
            <a:srgbClr val="DC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66751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550" b="1">
                <a:solidFill>
                  <a:srgbClr val="C4432E"/>
                </a:solidFill>
                <a:latin typeface="Helvetica Neue"/>
              </a:rPr>
              <a:t>—  </a:t>
            </a:r>
            <a:r>
              <a:rPr sz="1550">
                <a:solidFill>
                  <a:srgbClr val="1B232B"/>
                </a:solidFill>
                <a:latin typeface="Helvetica Neue"/>
              </a:rPr>
              <a:t>Formalized BluetoothManager's existing text-line seam into a PPGDataSource protocol, with BLEDataSource and MockReplayDataSource implementations.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550" b="1">
                <a:solidFill>
                  <a:srgbClr val="C4432E"/>
                </a:solidFill>
                <a:latin typeface="Helvetica Neue"/>
              </a:rPr>
              <a:t>—  </a:t>
            </a:r>
            <a:r>
              <a:rPr sz="1550">
                <a:solidFill>
                  <a:srgbClr val="1B232B"/>
                </a:solidFill>
                <a:latin typeface="Helvetica Neue"/>
              </a:rPr>
              <a:t>App now builds and tests end-to-end in the Simulator — no hardware required.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550" b="1">
                <a:solidFill>
                  <a:srgbClr val="C4432E"/>
                </a:solidFill>
                <a:latin typeface="Helvetica Neue"/>
              </a:rPr>
              <a:t>—  </a:t>
            </a:r>
            <a:r>
              <a:rPr sz="1550">
                <a:solidFill>
                  <a:srgbClr val="1B232B"/>
                </a:solidFill>
                <a:latin typeface="Helvetica Neue"/>
              </a:rPr>
              <a:t>Two bugs fixed along the way: BLE scan wasn't filtering by device name; channel display was wiped on every disconnect.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550" b="1">
                <a:solidFill>
                  <a:srgbClr val="C4432E"/>
                </a:solidFill>
                <a:latin typeface="Helvetica Neue"/>
              </a:rPr>
              <a:t>—  </a:t>
            </a:r>
            <a:r>
              <a:rPr sz="1550">
                <a:solidFill>
                  <a:srgbClr val="1B232B"/>
                </a:solidFill>
                <a:latin typeface="Helvetica Neue"/>
              </a:rPr>
              <a:t>Added CLAUDE.md, PLANNING.md, TODO.md documenting scope, architecture decisions, and checklist progress.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52360" y="1691640"/>
            <a:ext cx="40690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0" y="1874519"/>
            <a:ext cx="3611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8A9BA1"/>
                </a:solidFill>
                <a:latin typeface="Courier New"/>
              </a:rPr>
              <a:t>DIFF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2194560"/>
            <a:ext cx="36118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B232B"/>
                </a:solidFill>
                <a:latin typeface="Courier New"/>
              </a:rPr>
              <a:t>17 files touched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5C6E76"/>
                </a:solidFill>
                <a:latin typeface="Courier New"/>
              </a:rPr>
              <a:t>+2,230 / −186 lines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2360" y="3246120"/>
            <a:ext cx="4069080" cy="2423160"/>
          </a:xfrm>
          <a:prstGeom prst="roundRect">
            <a:avLst>
              <a:gd name="adj" fmla="val 6000"/>
            </a:avLst>
          </a:prstGeom>
          <a:solidFill>
            <a:srgbClr val="F3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99248" y="3429000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4432E"/>
                </a:solidFill>
                <a:latin typeface="Courier New"/>
              </a:rPr>
              <a:t>REAL DATA, NOT SYNTHETIC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99248" y="3794760"/>
            <a:ext cx="356616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2418"/>
                </a:solidFill>
                <a:latin typeface="Helvetica Neue"/>
              </a:rPr>
              <a:t>MockReplayDataSource replays Mock/sample_session.txt — 1,203 lines captured live from the real sensor. Replay interval is retuned to the measured ~101 lines/sec real throughput, not the 25 SPS nominal spec.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A9BA1"/>
                </a:solidFill>
                <a:latin typeface="Courier New"/>
              </a:rPr>
              <a:t>ppg-monitor / ios_app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6473952"/>
            <a:ext cx="56052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A9BA1"/>
                </a:solidFill>
                <a:latin typeface="Courier New"/>
              </a:rPr>
              <a:t>2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C4432E"/>
                </a:solidFill>
                <a:latin typeface="Courier New"/>
              </a:rPr>
              <a:t>TODO.MD  ·  PROGRESS 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B232B"/>
                </a:solidFill>
                <a:latin typeface="Helvetica Neue"/>
              </a:rPr>
              <a:t>2026-08-19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881360" cy="13970"/>
          </a:xfrm>
          <a:prstGeom prst="rect">
            <a:avLst/>
          </a:prstGeom>
          <a:solidFill>
            <a:srgbClr val="DC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627632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C6E76"/>
                </a:solidFill>
                <a:latin typeface="Helvetica Neue"/>
              </a:rPr>
              <a:t>No checklist items checked yet, intentionally: everything below depends on real hardware behavior, and nothing's been run against real hardware yet.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488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8A9BA1"/>
                </a:solidFill>
                <a:latin typeface="Courier New"/>
              </a:rPr>
              <a:t>WHAT'S REAL SO FAR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87168"/>
            <a:ext cx="653796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450" b="1">
                <a:solidFill>
                  <a:srgbClr val="C4432E"/>
                </a:solidFill>
                <a:latin typeface="Helvetica Neue"/>
              </a:rPr>
              <a:t>—  </a:t>
            </a:r>
            <a:r>
              <a:rPr sz="1450">
                <a:solidFill>
                  <a:srgbClr val="1B232B"/>
                </a:solidFill>
                <a:latin typeface="Helvetica Neue"/>
              </a:rPr>
              <a:t>PPGDataSource protocol + BLEDataSource/MockReplayDataSource split built and compiling; app runs end-to-end against mock data (live 6-channel waveform, connection-status reporting).</a:t>
            </a:r>
          </a:p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450" b="1">
                <a:solidFill>
                  <a:srgbClr val="C4432E"/>
                </a:solidFill>
                <a:latin typeface="Helvetica Neue"/>
              </a:rPr>
              <a:t>—  </a:t>
            </a:r>
            <a:r>
              <a:rPr sz="1450">
                <a:solidFill>
                  <a:srgbClr val="1B232B"/>
                </a:solidFill>
                <a:latin typeface="Helvetica Neue"/>
              </a:rPr>
              <a:t>Two bugs fixed while doing this: BLE scan wasn't filtering by device name (PPG_DK_2026A); channel display was wiped on every disconnect.</a:t>
            </a:r>
          </a:p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450" b="1">
                <a:solidFill>
                  <a:srgbClr val="C4432E"/>
                </a:solidFill>
                <a:latin typeface="Helvetica Neue"/>
              </a:rPr>
              <a:t>—  </a:t>
            </a:r>
            <a:r>
              <a:rPr sz="1450">
                <a:solidFill>
                  <a:srgbClr val="1B232B"/>
                </a:solidFill>
                <a:latin typeface="Helvetica Neue"/>
              </a:rPr>
              <a:t>Next: swap real capture data into the mock source, then build participant/session, recording workflow, storage/export. ✓ completed later the same day — see previous slide.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2148840"/>
            <a:ext cx="4069080" cy="3886200"/>
          </a:xfrm>
          <a:prstGeom prst="roundRect">
            <a:avLst>
              <a:gd name="adj" fmla="val 6000"/>
            </a:avLst>
          </a:prstGeom>
          <a:solidFill>
            <a:srgbClr val="F5E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99248" y="2331720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B8792A"/>
                </a:solidFill>
                <a:latin typeface="Courier New"/>
              </a:rPr>
              <a:t>KNOWN ISSUE · §2 FAILING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99248" y="2743200"/>
            <a:ext cx="35661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1B232B"/>
                </a:solidFill>
                <a:latin typeface="Helvetica Neue"/>
              </a:rPr>
              <a:t>4.2–4.3 SPS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5C6E76"/>
                </a:solidFill>
                <a:latin typeface="Helvetica Neue"/>
              </a:rPr>
              <a:t>observed vs. 25 SPS spec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99248" y="3520440"/>
            <a:ext cx="356616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4A18"/>
                </a:solidFill>
                <a:latin typeface="Helvetica Neue"/>
              </a:rPr>
              <a:t>Verified against a real hardware capture log. Root cause identified and flagged upstream: per-sample bt_nus_send() calls flooding the BLE queue.
Fix is firmware-side — not something this app can address.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A9BA1"/>
                </a:solidFill>
                <a:latin typeface="Courier New"/>
              </a:rPr>
              <a:t>ppg-monitor / ios_app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6473952"/>
            <a:ext cx="56052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A9BA1"/>
                </a:solidFill>
                <a:latin typeface="Courier New"/>
              </a:rPr>
              <a:t>3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C4432E"/>
                </a:solidFill>
                <a:latin typeface="Courier New"/>
              </a:rPr>
              <a:t>TODAY  ·  AUG 20, 2026  ·  PAIRED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9601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B232B"/>
                </a:solidFill>
                <a:latin typeface="Helvetica Neue"/>
              </a:rPr>
              <a:t>Session/recording layer, built concept-by-concept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881360" cy="13970"/>
          </a:xfrm>
          <a:prstGeom prst="rect">
            <a:avLst/>
          </a:prstGeom>
          <a:solidFill>
            <a:srgbClr val="DC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1088136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801368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8A9BA1"/>
                </a:solidFill>
                <a:latin typeface="Courier New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764792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B232B"/>
                </a:solidFill>
                <a:latin typeface="Helvetica Neue"/>
              </a:rPr>
              <a:t>Data 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039112"/>
            <a:ext cx="5669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C6E76"/>
                </a:solidFill>
                <a:latin typeface="Courier New"/>
              </a:rPr>
              <a:t>BLEDataSource · MockReplayDataSource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69680" y="1847088"/>
            <a:ext cx="2514600" cy="292608"/>
          </a:xfrm>
          <a:prstGeom prst="roundRect">
            <a:avLst>
              <a:gd name="adj" fmla="val 50000"/>
            </a:avLst>
          </a:prstGeom>
          <a:solidFill>
            <a:srgbClr val="DC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50" b="1">
                <a:solidFill>
                  <a:srgbClr val="2F7A63"/>
                </a:solidFill>
                <a:latin typeface="Courier New"/>
              </a:rPr>
              <a:t>DONE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496312"/>
            <a:ext cx="1088136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2606040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8A9BA1"/>
                </a:solidFill>
                <a:latin typeface="Courier New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569464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B232B"/>
                </a:solidFill>
                <a:latin typeface="Helvetica Neue"/>
              </a:rPr>
              <a:t>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843784"/>
            <a:ext cx="5669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C6E76"/>
                </a:solidFill>
                <a:latin typeface="Courier New"/>
              </a:rPr>
              <a:t>ParsedSample.swift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69680" y="2651760"/>
            <a:ext cx="2514600" cy="292608"/>
          </a:xfrm>
          <a:prstGeom prst="roundRect">
            <a:avLst>
              <a:gd name="adj" fmla="val 50000"/>
            </a:avLst>
          </a:prstGeom>
          <a:solidFill>
            <a:srgbClr val="DC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50" b="1">
                <a:solidFill>
                  <a:srgbClr val="2F7A63"/>
                </a:solidFill>
                <a:latin typeface="Courier New"/>
              </a:rPr>
              <a:t>DONE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300984"/>
            <a:ext cx="1088136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3410712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8A9BA1"/>
                </a:solidFill>
                <a:latin typeface="Courier New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374136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B232B"/>
                </a:solidFill>
                <a:latin typeface="Helvetica Neue"/>
              </a:rPr>
              <a:t>Parser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648456"/>
            <a:ext cx="5669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C6E76"/>
                </a:solidFill>
                <a:latin typeface="Courier New"/>
              </a:rPr>
              <a:t>PacketParser.swift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69680" y="3456432"/>
            <a:ext cx="2514600" cy="292608"/>
          </a:xfrm>
          <a:prstGeom prst="roundRect">
            <a:avLst>
              <a:gd name="adj" fmla="val 50000"/>
            </a:avLst>
          </a:prstGeom>
          <a:solidFill>
            <a:srgbClr val="DC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50" b="1">
                <a:solidFill>
                  <a:srgbClr val="2F7A63"/>
                </a:solidFill>
                <a:latin typeface="Courier New"/>
              </a:rPr>
              <a:t>DONE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105656"/>
            <a:ext cx="1088136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4215384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8A9BA1"/>
                </a:solidFill>
                <a:latin typeface="Courier New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178808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B232B"/>
                </a:solidFill>
                <a:latin typeface="Helvetica Neue"/>
              </a:rPr>
              <a:t>Session state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453128"/>
            <a:ext cx="5669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C6E76"/>
                </a:solidFill>
                <a:latin typeface="Courier New"/>
              </a:rPr>
              <a:t>SessionController.swift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69680" y="4261104"/>
            <a:ext cx="2514600" cy="292608"/>
          </a:xfrm>
          <a:prstGeom prst="roundRect">
            <a:avLst>
              <a:gd name="adj" fmla="val 50000"/>
            </a:avLst>
          </a:prstGeom>
          <a:solidFill>
            <a:srgbClr val="F5E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50" b="1">
                <a:solidFill>
                  <a:srgbClr val="B8792A"/>
                </a:solidFill>
                <a:latin typeface="Courier New"/>
              </a:rPr>
              <a:t>LOGIC DONE, UNWIRED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910328"/>
            <a:ext cx="1088136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8680" y="5020056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8A9BA1"/>
                </a:solidFill>
                <a:latin typeface="Courier New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983480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B232B"/>
                </a:solidFill>
                <a:latin typeface="Helvetica Neue"/>
              </a:rPr>
              <a:t>Recorder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5257800"/>
            <a:ext cx="5669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C6E76"/>
                </a:solidFill>
                <a:latin typeface="Courier New"/>
              </a:rPr>
              <a:t>SessionRecorder.swift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69680" y="5065776"/>
            <a:ext cx="2514600" cy="292608"/>
          </a:xfrm>
          <a:prstGeom prst="roundRect">
            <a:avLst>
              <a:gd name="adj" fmla="val 50000"/>
            </a:avLst>
          </a:prstGeom>
          <a:solidFill>
            <a:srgbClr val="E7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50" b="1">
                <a:solidFill>
                  <a:srgbClr val="6B7880"/>
                </a:solidFill>
                <a:latin typeface="Courier New"/>
              </a:rPr>
              <a:t>NOT STARTED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5715000"/>
            <a:ext cx="1088136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68680" y="5824728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8A9BA1"/>
                </a:solidFill>
                <a:latin typeface="Courier New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5788152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B232B"/>
                </a:solidFill>
                <a:latin typeface="Helvetica Neue"/>
              </a:rPr>
              <a:t>Screens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6062472"/>
            <a:ext cx="5669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C6E76"/>
                </a:solidFill>
                <a:latin typeface="Courier New"/>
              </a:rPr>
              <a:t>ParticipantEntryView · RecordingControlsView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69680" y="5870448"/>
            <a:ext cx="2514600" cy="292608"/>
          </a:xfrm>
          <a:prstGeom prst="roundRect">
            <a:avLst>
              <a:gd name="adj" fmla="val 50000"/>
            </a:avLst>
          </a:prstGeom>
          <a:solidFill>
            <a:srgbClr val="E7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50" b="1">
                <a:solidFill>
                  <a:srgbClr val="6B7880"/>
                </a:solidFill>
                <a:latin typeface="Courier New"/>
              </a:rPr>
              <a:t>NOT STARTED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A9BA1"/>
                </a:solidFill>
                <a:latin typeface="Courier New"/>
              </a:rPr>
              <a:t>ppg-monitor / ios_app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0" y="6473952"/>
            <a:ext cx="56052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A9BA1"/>
                </a:solidFill>
                <a:latin typeface="Courier New"/>
              </a:rPr>
              <a:t>4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C4432E"/>
                </a:solidFill>
                <a:latin typeface="Courier New"/>
              </a:rPr>
              <a:t>RUNNING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B232B"/>
                </a:solidFill>
                <a:latin typeface="Helvetica Neue"/>
              </a:rPr>
              <a:t>Live in the Simulator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881360" cy="13970"/>
          </a:xfrm>
          <a:prstGeom prst="rect">
            <a:avLst/>
          </a:prstGeom>
          <a:solidFill>
            <a:srgbClr val="DC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3879180" cy="177343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200000"/>
              </a:lnSpc>
              <a:spcAft>
                <a:spcPts val="0"/>
              </a:spcAft>
            </a:pPr>
            <a:r>
              <a:rPr sz="1500" b="1" dirty="0">
                <a:solidFill>
                  <a:srgbClr val="C4432E"/>
                </a:solidFill>
                <a:latin typeface="Helvetica Neue"/>
              </a:rPr>
              <a:t>—  </a:t>
            </a:r>
            <a:r>
              <a:rPr sz="1500" dirty="0">
                <a:solidFill>
                  <a:srgbClr val="1B232B"/>
                </a:solidFill>
                <a:latin typeface="Helvetica Neue"/>
              </a:rPr>
              <a:t>Six-channel PPG waveform, iPad Pro 11" (M4) Simulator — replaying a real BLE capture log (Mock/</a:t>
            </a:r>
            <a:r>
              <a:rPr sz="1500" dirty="0" err="1">
                <a:solidFill>
                  <a:srgbClr val="1B232B"/>
                </a:solidFill>
                <a:latin typeface="Helvetica Neue"/>
              </a:rPr>
              <a:t>sample_session.txt</a:t>
            </a:r>
            <a:r>
              <a:rPr sz="1500" dirty="0">
                <a:solidFill>
                  <a:srgbClr val="1B232B"/>
                </a:solidFill>
                <a:latin typeface="Helvetica Neue"/>
              </a:rPr>
              <a:t>), not synthetic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89516" y="1664208"/>
            <a:ext cx="6331923" cy="455371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875">
            <a:solidFill>
              <a:srgbClr val="8A9BA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500" b="1" dirty="0">
              <a:solidFill>
                <a:srgbClr val="8A9BA1"/>
              </a:solidFill>
              <a:latin typeface="Courier New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A9BA1"/>
                </a:solidFill>
                <a:latin typeface="Courier New"/>
              </a:rPr>
              <a:t>ppg-monitor / ios_app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6473952"/>
            <a:ext cx="56052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A9BA1"/>
                </a:solidFill>
                <a:latin typeface="Courier New"/>
              </a:rPr>
              <a:t>5 / 6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0EEF95C-13EB-2327-33AD-C1714C1D2F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3795" y="1737360"/>
            <a:ext cx="3236581" cy="444894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654</Words>
  <Application>Microsoft Macintosh PowerPoint</Application>
  <PresentationFormat>Widescreen</PresentationFormat>
  <Paragraphs>78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Courier New</vt:lpstr>
      <vt:lpstr>Helvetica Neue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Phoebe Lo</cp:lastModifiedBy>
  <cp:revision>2</cp:revision>
  <dcterms:created xsi:type="dcterms:W3CDTF">2013-01-27T09:14:16Z</dcterms:created>
  <dcterms:modified xsi:type="dcterms:W3CDTF">2026-08-20T06:37:36Z</dcterms:modified>
  <cp:category/>
</cp:coreProperties>
</file>